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66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06B99-EC01-4F42-AEC9-985F42984DF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31758-EC1E-4942-93DA-9699A8CF77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831758-EC1E-4942-93DA-9699A8CF77E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4621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00"/>
          </a:xfrm>
          <a:prstGeom prst="rect">
            <a:avLst/>
          </a:prstGeom>
        </p:spPr>
      </p:pic>
      <p:pic>
        <p:nvPicPr>
          <p:cNvPr id="5" name="Picture 4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164114"/>
            <a:ext cx="4724400" cy="3693886"/>
          </a:xfrm>
          <a:prstGeom prst="rect">
            <a:avLst/>
          </a:prstGeom>
        </p:spPr>
      </p:pic>
      <p:pic>
        <p:nvPicPr>
          <p:cNvPr id="6" name="Picture 5" descr="s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0400"/>
            <a:ext cx="4495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"/>
            <a:ext cx="7381360" cy="3352800"/>
          </a:xfrm>
        </p:spPr>
      </p:pic>
      <p:pic>
        <p:nvPicPr>
          <p:cNvPr id="5" name="Picture 4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5200"/>
            <a:ext cx="9144000" cy="32407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s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4572000"/>
          </a:xfrm>
        </p:spPr>
      </p:pic>
      <p:pic>
        <p:nvPicPr>
          <p:cNvPr id="8" name="Picture 7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9785"/>
            <a:ext cx="9144000" cy="2968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1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991600" cy="2438400"/>
          </a:xfrm>
        </p:spPr>
      </p:pic>
      <p:pic>
        <p:nvPicPr>
          <p:cNvPr id="5" name="Picture 4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8909"/>
            <a:ext cx="9144000" cy="4899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(4:3)</PresentationFormat>
  <Paragraphs>1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ANANDHU VIJAYAN</dc:creator>
  <cp:lastModifiedBy>anandhu10kotta@gmail.com</cp:lastModifiedBy>
  <cp:revision>2</cp:revision>
  <dcterms:created xsi:type="dcterms:W3CDTF">2006-08-16T00:00:00Z</dcterms:created>
  <dcterms:modified xsi:type="dcterms:W3CDTF">2025-11-19T08:12:20Z</dcterms:modified>
</cp:coreProperties>
</file>